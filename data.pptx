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08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5DD38-A31D-6BB4-9D75-C8B165CB2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49E545-D696-7744-4B51-4D37FD282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36519-F5F6-B612-D933-1504EA044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580E-AC0E-4152-9056-27BA4AD3630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90982-610B-614E-0A2F-056EFDAE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54B06-2C99-85E6-3BC8-A3FBA0E9D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267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AB0E6-621A-6F23-E94C-B3F39F3CC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4E2CB-11B0-98CE-0562-5AE00AD64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1895B-8680-9C0A-D0B5-A5799D278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580E-AC0E-4152-9056-27BA4AD3630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A6C05-6ABF-AE31-D601-98D02D8CC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A1816-0D4E-F733-36EF-89B3FF84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61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2BF5C-133B-9230-179A-D386A1D21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0DCA2-2EB2-4573-FDA2-8A36412A4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7EF49-B0DF-CAB5-82B6-C51D620B1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580E-AC0E-4152-9056-27BA4AD3630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4B7D3-EC64-B9B7-0A73-EB26CCEB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41F7F-CF04-C781-A964-06C54D18A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856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4AE8C-56AB-E6C3-963E-7E58E2E95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952E1-1126-A17A-879D-95C9D3179A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2CD8DE-B253-85B0-C614-DCD5B4D8FE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44E998-DE04-7BDB-55D0-66B625AF2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580E-AC0E-4152-9056-27BA4AD3630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232546-90FA-4D59-8F9B-64E25BED8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79456-69A9-43EE-3CF1-5538523AA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60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084EA-DFF0-9CE7-B773-F0532EFF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D619A-DD02-F2C8-80E6-D076A6AAA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85953-B8AE-AD31-E195-3DC05FCD4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8E058-E4FD-A4F3-F3A3-5CB855BC63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E98861-1698-2C9B-C6A9-2B15B00E49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D3F043-BBDB-6283-E8DE-271DE2B19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580E-AC0E-4152-9056-27BA4AD3630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F12709-5463-B2DA-2461-FA6015190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453FAF-C59A-5FAB-EDA6-E33186F2D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51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8744B-3497-E989-C0BA-2727C10D5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3E3BD-AFB7-18EB-58D5-A30E7BA79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580E-AC0E-4152-9056-27BA4AD3630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45D669-11C0-6C4F-3DDC-82CD9F403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DB57A5-F1E6-215A-D31C-974C66CDF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74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D51754-2269-80F2-2F98-BB8986485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580E-AC0E-4152-9056-27BA4AD3630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5F7369-C45B-3F53-2BB7-EBE46929E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593A8-7838-1478-1D3C-20B22351C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26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8D8AB-3CD5-26AE-502D-DC4C51DE5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F3C3B-C815-2EF3-6424-02B2596A5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467CF7-2A36-0AA1-37FB-91562E439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B02A2-C370-9DB3-FAFE-B55D5AD9B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580E-AC0E-4152-9056-27BA4AD3630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2A7DE-ECFD-A30B-C899-9932BC6CB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208E1-1E92-9D1F-79D9-1CC460C62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43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2C382-C7A4-9179-6FC7-39B7608C2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8AE021-ACDF-BF3A-3333-7CC3D5D3FD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05327E-CADC-D4A6-0C89-27C23DFE5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79886-F130-1CE7-99F4-143958E63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580E-AC0E-4152-9056-27BA4AD3630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5CC35-379A-B249-9951-7B26857E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25B7D-13D0-B2C1-23B4-E7F43FEB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4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38D59-16AD-3556-019A-F1133585A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3094D2-E42E-F8E0-6B1D-28CEE35A7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4F4FE-C6B8-3F93-7B7B-9D8FB62D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580E-AC0E-4152-9056-27BA4AD3630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44796-A4F3-1E74-5105-CDB5351AA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170AA-6602-600E-04D3-272EC9ACD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485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C35A8C-1606-F803-3BB5-32A49994DE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787AFE-4D7B-358C-D3C6-1C024DA98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D3921-AA07-5444-66BE-8DDC998C3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F580E-AC0E-4152-9056-27BA4AD3630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F0DEE-B3CD-7C30-BA06-FC748242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9CB4-BC27-5484-DEA9-9DE0966DA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31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E032A2-5EC0-EF42-FD34-EC5038121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CD5CC-367A-EB78-E35D-91FF48951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30FBD-9CCF-B505-B5FC-2C2F086D23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AF580E-AC0E-4152-9056-27BA4AD3630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21E8A-F1E5-0212-0D96-26FB0B642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71C2B-8502-83D7-0AD9-3CED8D60E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41C7DA-783A-45F3-BD85-0B4DA050B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18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93ED17-3AEA-99F8-65AB-CCEBF198D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1200150"/>
            <a:ext cx="89154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896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EB290B-D9F3-B30C-87E8-1CFFF70D7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1200150"/>
            <a:ext cx="89154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370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FCA58B-3DEF-351D-6672-659F91CE2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1200150"/>
            <a:ext cx="89154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84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CA54E5-6DFA-9643-DA35-96E69FD19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1200150"/>
            <a:ext cx="8915400" cy="4457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864BF6-CC07-4C31-6295-BD2B89D21BCA}"/>
              </a:ext>
            </a:extLst>
          </p:cNvPr>
          <p:cNvSpPr txBox="1"/>
          <p:nvPr/>
        </p:nvSpPr>
        <p:spPr>
          <a:xfrm>
            <a:off x="2890345" y="6074979"/>
            <a:ext cx="2039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数値標準化後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9D3B3E-A3E5-320E-3064-0D7C3F6DB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272" y="1200150"/>
            <a:ext cx="564832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83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前田 祐作_香川</dc:creator>
  <cp:lastModifiedBy>前田 祐作_香川</cp:lastModifiedBy>
  <cp:revision>3</cp:revision>
  <dcterms:created xsi:type="dcterms:W3CDTF">2025-06-24T05:45:12Z</dcterms:created>
  <dcterms:modified xsi:type="dcterms:W3CDTF">2025-06-24T06:58:08Z</dcterms:modified>
</cp:coreProperties>
</file>